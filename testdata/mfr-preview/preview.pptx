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MFR PPTX page 1</a:t>
            </a:r>
          </a:p>
          <a:p>
            <a:pPr>
              <a:defRPr sz="2400"/>
            </a:pPr>
            <a:r>
              <a:t>日本語の表示確認 1ページ目</a:t>
            </a:r>
          </a:p>
        </p:txBody>
      </p:sp>
      <p:pic>
        <p:nvPicPr>
          <p:cNvPr id="3" name="Picture 2" descr="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MFR PPTX page 2</a:t>
            </a:r>
          </a:p>
          <a:p>
            <a:pPr>
              <a:defRPr sz="2400"/>
            </a:pPr>
            <a:r>
              <a:t>日本語の表示確認 2ページ目</a:t>
            </a:r>
          </a:p>
        </p:txBody>
      </p:sp>
      <p:pic>
        <p:nvPicPr>
          <p:cNvPr id="3" name="Picture 2" descr="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